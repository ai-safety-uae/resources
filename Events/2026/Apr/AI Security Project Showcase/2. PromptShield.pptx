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01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7FEE-49B9-1D41-137B-11D2336C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3D4E9-0AA9-CC48-7702-8C13BEFEE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36E24-00D1-58DD-6715-D68AD1949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C3FC-11F8-E1AB-360B-300CB1168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69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B432-E919-C136-15E3-CAED7BD0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61C36-7193-5B29-6082-BC068D54E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57B76-74E7-527A-D562-DCCD6D347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7D8-1106-9749-9D8E-839306229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5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afnajasnin98/promptshield" TargetMode="External"/><Relationship Id="rId4" Type="http://schemas.openxmlformats.org/officeDocument/2006/relationships/hyperlink" Target="https://drive.google.com/file/d/1zIZ5I0MfSKkhadultW4AR8AZ8I5oAAxb/view?usp=drive_lin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IZ5I0MfSKkhadultW4AR8AZ8I5oAAxb/view?usp=drive_lin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hyperlink" Target="https://github.com/shafnajasnin98/promptshiel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943600" y="548640"/>
            <a:ext cx="27432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777240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777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A0E1A"/>
                </a:solidFill>
              </a:rPr>
              <a:t>AI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r>
              <a:rPr lang="en-US" sz="6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0292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Layer for Chat Applications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035808"/>
            <a:ext cx="4114800" cy="2286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Shafna Jasnin  ·  Flutter Developer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3152" cy="73152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4572000"/>
            <a:ext cx="73152" cy="73152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4572000"/>
            <a:ext cx="73152" cy="73152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46304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  <p:sp>
        <p:nvSpPr>
          <p:cNvPr id="14" name="Shape 11"/>
          <p:cNvSpPr/>
          <p:nvPr/>
        </p:nvSpPr>
        <p:spPr>
          <a:xfrm>
            <a:off x="178308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  <p:sp>
        <p:nvSpPr>
          <p:cNvPr id="15" name="Shape 12"/>
          <p:cNvSpPr/>
          <p:nvPr/>
        </p:nvSpPr>
        <p:spPr>
          <a:xfrm>
            <a:off x="210312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  <p:sp>
        <p:nvSpPr>
          <p:cNvPr id="16" name="Shape 13"/>
          <p:cNvSpPr/>
          <p:nvPr/>
        </p:nvSpPr>
        <p:spPr>
          <a:xfrm>
            <a:off x="242316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  <p:sp>
        <p:nvSpPr>
          <p:cNvPr id="18" name="Shape 15"/>
          <p:cNvSpPr/>
          <p:nvPr/>
        </p:nvSpPr>
        <p:spPr>
          <a:xfrm>
            <a:off x="306324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  <p:sp>
        <p:nvSpPr>
          <p:cNvPr id="19" name="Shape 16"/>
          <p:cNvSpPr/>
          <p:nvPr/>
        </p:nvSpPr>
        <p:spPr>
          <a:xfrm>
            <a:off x="3383280" y="4572000"/>
            <a:ext cx="73152" cy="73152"/>
          </a:xfrm>
          <a:prstGeom prst="line">
            <a:avLst/>
          </a:prstGeom>
          <a:solidFill>
            <a:srgbClr val="1E2D4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0" y="228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D45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at Risk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2175933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2606040" cy="54864"/>
          </a:xfrm>
          <a:prstGeom prst="round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2880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API keys &amp; personal data sent directly to AI without filtering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508760"/>
            <a:ext cx="2606040" cy="2175933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508760"/>
            <a:ext cx="2606040" cy="54864"/>
          </a:xfrm>
          <a:prstGeom prst="round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2880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embedded in user input to hijack AI behavior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1508760"/>
            <a:ext cx="2606040" cy="2175933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508760"/>
            <a:ext cx="2606040" cy="54864"/>
          </a:xfrm>
          <a:prstGeom prst="round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82880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0936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input reaches AI with zero safety checks or risk assessment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D512E-0A67-B52D-785E-D03C77DB8B86}"/>
              </a:ext>
            </a:extLst>
          </p:cNvPr>
          <p:cNvSpPr txBox="1"/>
          <p:nvPr/>
        </p:nvSpPr>
        <p:spPr>
          <a:xfrm>
            <a:off x="497840" y="3840480"/>
            <a:ext cx="7828280" cy="17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Users may share sensitive data like passwords and personal information.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AI systems can be manipulated with prompt injection attacks.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No safety validation before sending input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These creates serious privacy and security risks.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0" y="228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D45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PromptShield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1581912"/>
            <a:ext cx="201168" cy="201168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08760"/>
            <a:ext cx="427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Promptshield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inserts a Safety layer before AI receives the 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01168" cy="201168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sensitive and risky inputs like password or mail </a:t>
            </a:r>
            <a:r>
              <a:rPr lang="en-US" sz="13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real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990088"/>
            <a:ext cx="201168" cy="201168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916936"/>
            <a:ext cx="488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gets warning before sending unsafe prompts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94176"/>
            <a:ext cx="201168" cy="201168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6210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safe inputs are sent to the AI after screening process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822960" cy="822960"/>
          </a:xfrm>
          <a:prstGeom prst="line">
            <a:avLst/>
          </a:prstGeom>
          <a:solidFill>
            <a:srgbClr val="1A2235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89888"/>
            <a:ext cx="493776" cy="4937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95160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73368" y="2121408"/>
            <a:ext cx="32004" cy="3200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8" name="Shape 15"/>
          <p:cNvSpPr/>
          <p:nvPr/>
        </p:nvSpPr>
        <p:spPr>
          <a:xfrm>
            <a:off x="6291072" y="2414016"/>
            <a:ext cx="201168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035040" y="2468880"/>
            <a:ext cx="822960" cy="822960"/>
          </a:xfrm>
          <a:prstGeom prst="line">
            <a:avLst/>
          </a:prstGeom>
          <a:solidFill>
            <a:srgbClr val="1A2235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578608"/>
            <a:ext cx="493776" cy="4937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516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373368" y="3310128"/>
            <a:ext cx="32004" cy="3200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291072" y="3602736"/>
            <a:ext cx="201168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035040" y="3657600"/>
            <a:ext cx="822960" cy="822960"/>
          </a:xfrm>
          <a:prstGeom prst="line">
            <a:avLst/>
          </a:prstGeom>
          <a:solidFill>
            <a:srgbClr val="1A2235"/>
          </a:solidFill>
          <a:ln/>
          <a:effectLst>
            <a:outerShdw blurRad="1270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767328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95160" y="3858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023360" cy="114300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199"/>
            <a:ext cx="54864" cy="1114425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64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Detection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pattern matching /Regex is used detects sensitive data like passwords, API keys etc.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2004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" y="3200400"/>
            <a:ext cx="41148" cy="1417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57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Risk Levels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labelled as SAFE ·  MEDIUM  ·  HIGH  Risk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32004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200400"/>
            <a:ext cx="41148" cy="14173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6576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users see warnings, they can edit input or choose to proceed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A757ACE-7927-CA1A-8BF3-CDEACDD7FCE8}"/>
              </a:ext>
            </a:extLst>
          </p:cNvPr>
          <p:cNvSpPr/>
          <p:nvPr/>
        </p:nvSpPr>
        <p:spPr>
          <a:xfrm>
            <a:off x="4846320" y="1600200"/>
            <a:ext cx="4023360" cy="114300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E092253-3029-D8D1-1B25-4C15FF6E0A51}"/>
              </a:ext>
            </a:extLst>
          </p:cNvPr>
          <p:cNvSpPr/>
          <p:nvPr/>
        </p:nvSpPr>
        <p:spPr>
          <a:xfrm>
            <a:off x="4846319" y="1600200"/>
            <a:ext cx="45719" cy="108585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A0241258-6FF0-5FE9-70EA-113249BE7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057400"/>
            <a:ext cx="502920" cy="50292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33644DBE-FEE8-69B9-0B52-CA4746996AB2}"/>
              </a:ext>
            </a:extLst>
          </p:cNvPr>
          <p:cNvSpPr/>
          <p:nvPr/>
        </p:nvSpPr>
        <p:spPr>
          <a:xfrm>
            <a:off x="5623560" y="1764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</a:t>
            </a:r>
            <a:endParaRPr lang="en-US" sz="13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7006324-CBBF-7012-776A-1B0A7160AF29}"/>
              </a:ext>
            </a:extLst>
          </p:cNvPr>
          <p:cNvSpPr/>
          <p:nvPr/>
        </p:nvSpPr>
        <p:spPr>
          <a:xfrm>
            <a:off x="5623560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inappropriate and harmful prompts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41732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17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0E1A"/>
                </a:solidFill>
              </a:rPr>
              <a:t>HIGH RISK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7452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" y="2606040"/>
            <a:ext cx="2395728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2670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"My password is abc@123"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34015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Blocked — password pattern detected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55448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86200" y="141732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3886200" y="1417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0E1A"/>
                </a:solidFill>
              </a:rPr>
              <a:t>HIGH RISK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74520"/>
            <a:ext cx="594360" cy="5943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47288" y="2606040"/>
            <a:ext cx="2395728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/>
        </p:spPr>
      </p:sp>
      <p:sp>
        <p:nvSpPr>
          <p:cNvPr id="17" name="Text 13"/>
          <p:cNvSpPr/>
          <p:nvPr/>
        </p:nvSpPr>
        <p:spPr>
          <a:xfrm>
            <a:off x="3502152" y="2670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"Ignore previous instructions…"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29000" y="34015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Blocked — prompt injection attempt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155448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20840" y="141732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1417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0E1A"/>
                </a:solidFill>
              </a:rPr>
              <a:t>SAFE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874520"/>
            <a:ext cx="594360" cy="5943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81928" y="2606040"/>
            <a:ext cx="2395728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/>
        </p:spPr>
      </p:sp>
      <p:sp>
        <p:nvSpPr>
          <p:cNvPr id="24" name="Text 19"/>
          <p:cNvSpPr/>
          <p:nvPr/>
        </p:nvSpPr>
        <p:spPr>
          <a:xfrm>
            <a:off x="6336792" y="2670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"Explain quantum computing"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63640" y="34015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Passed to Gemini AI — response shown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36576" cy="7132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728216"/>
            <a:ext cx="457200" cy="457200"/>
          </a:xfrm>
          <a:prstGeom prst="line">
            <a:avLst/>
          </a:prstGeom>
          <a:solidFill>
            <a:srgbClr val="00C8FF">
              <a:alpha val="13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556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664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1984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UI framework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1801368"/>
            <a:ext cx="3474720" cy="274320"/>
          </a:xfrm>
          <a:prstGeom prst="roundRect">
            <a:avLst>
              <a:gd name="adj" fmla="val 33333"/>
            </a:avLst>
          </a:prstGeom>
          <a:solidFill>
            <a:srgbClr val="0A0E1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Dart · Material 3 · Widgets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43230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432304"/>
            <a:ext cx="36576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" y="2560320"/>
            <a:ext cx="457200" cy="457200"/>
          </a:xfrm>
          <a:prstGeom prst="line">
            <a:avLst/>
          </a:prstGeom>
          <a:solidFill>
            <a:srgbClr val="7C3AED">
              <a:alpha val="13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58775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2496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61872" y="2816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generative AI model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0" y="2633472"/>
            <a:ext cx="3474720" cy="274320"/>
          </a:xfrm>
          <a:prstGeom prst="roundRect">
            <a:avLst>
              <a:gd name="adj" fmla="val 33333"/>
            </a:avLst>
          </a:prstGeom>
          <a:solidFill>
            <a:srgbClr val="0A0E1A"/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google_generative_ai · gemini-pro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02920" y="326440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3264408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9"/>
          <p:cNvSpPr/>
          <p:nvPr/>
        </p:nvSpPr>
        <p:spPr>
          <a:xfrm>
            <a:off x="658368" y="3392424"/>
            <a:ext cx="457200" cy="457200"/>
          </a:xfrm>
          <a:prstGeom prst="line">
            <a:avLst/>
          </a:prstGeom>
          <a:solidFill>
            <a:srgbClr val="F59E0B">
              <a:alpha val="13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419856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61872" y="33284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261872" y="3648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engine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29200" y="3465576"/>
            <a:ext cx="3474720" cy="274320"/>
          </a:xfrm>
          <a:prstGeom prst="roundRect">
            <a:avLst>
              <a:gd name="adj" fmla="val 33333"/>
            </a:avLst>
          </a:prstGeom>
          <a:solidFill>
            <a:srgbClr val="0A0E1A"/>
          </a:solidFill>
          <a:ln/>
        </p:spPr>
      </p:sp>
      <p:sp>
        <p:nvSpPr>
          <p:cNvPr id="28" name="Text 23"/>
          <p:cNvSpPr/>
          <p:nvPr/>
        </p:nvSpPr>
        <p:spPr>
          <a:xfrm>
            <a:off x="5029200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 · Custom rule sets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697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never reaches the AI without  user consent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3756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5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6974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47288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prompt injection &amp; model manipulation in production apps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55448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111827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17220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6974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81928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AI interaction safer in real world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36576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6479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76479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Detection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19842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Pattern detection/regex with an on-device ML model trained on injection patterns for contextual analysis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6060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606040"/>
            <a:ext cx="36576" cy="9601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8620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C8FF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86207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83080" y="2715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Rewriting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783080" y="3081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sanitize risky input and rewrite safe versions before forwarding to AI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303520" y="45720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640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PromptShield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 chat safer, one prompt at a time.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194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effective safety layer built with Flutter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2770632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724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leaks &amp; prompt injection in real apps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3300984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2552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production-grade AI safety tooling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4320" y="46360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github.com/shafnajasnin98  ·  Flutter Developer · Dubai, UAE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99978-3495-BB5F-A38A-F9DDB8DB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FF0DBE-7CE7-5D73-A756-41B74AB8ABA8}"/>
              </a:ext>
            </a:extLst>
          </p:cNvPr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1FC581-FCA6-FA4A-CD17-09EB1F319A64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0DC67E-FE14-C780-7F8E-BBCDB6ADB0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190488" y="457200"/>
            <a:ext cx="2313432" cy="231343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C012CA9-114A-2D2C-E941-BC55D8393701}"/>
              </a:ext>
            </a:extLst>
          </p:cNvPr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C304C2E-AD8C-C035-6283-A9C3E88AEEDA}"/>
              </a:ext>
            </a:extLst>
          </p:cNvPr>
          <p:cNvSpPr/>
          <p:nvPr/>
        </p:nvSpPr>
        <p:spPr>
          <a:xfrm>
            <a:off x="502920" y="640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800" dirty="0"/>
          </a:p>
        </p:txBody>
      </p:sp>
      <p:sp>
        <p:nvSpPr>
          <p:cNvPr id="7" name="Text 4">
            <a:hlinkClick r:id="rId4"/>
            <a:extLst>
              <a:ext uri="{FF2B5EF4-FFF2-40B4-BE49-F238E27FC236}">
                <a16:creationId xmlns:a16="http://schemas.microsoft.com/office/drawing/2014/main" id="{093F4B51-AD90-2AC8-163F-BFFC8CE15EC5}"/>
              </a:ext>
            </a:extLst>
          </p:cNvPr>
          <p:cNvSpPr/>
          <p:nvPr/>
        </p:nvSpPr>
        <p:spPr>
          <a:xfrm>
            <a:off x="502920" y="19339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70C0"/>
                </a:solidFill>
                <a:hlinkClick r:id="rId4"/>
              </a:rPr>
              <a:t>https://drive.google.com/file/d/1zIZ5I0MfSKkhadultW4AR8AZ8I5oAAxb/view?usp=drive_linklink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E2425A9-589A-23A9-B461-61A86F4A87C0}"/>
              </a:ext>
            </a:extLst>
          </p:cNvPr>
          <p:cNvSpPr/>
          <p:nvPr/>
        </p:nvSpPr>
        <p:spPr>
          <a:xfrm>
            <a:off x="502920" y="2240280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C10FE64-62AF-0B4B-F531-2E43F1D82F17}"/>
              </a:ext>
            </a:extLst>
          </p:cNvPr>
          <p:cNvSpPr/>
          <p:nvPr/>
        </p:nvSpPr>
        <p:spPr>
          <a:xfrm>
            <a:off x="502920" y="2770632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BC00A09-A1B1-5974-4367-886DBD839351}"/>
              </a:ext>
            </a:extLst>
          </p:cNvPr>
          <p:cNvSpPr/>
          <p:nvPr/>
        </p:nvSpPr>
        <p:spPr>
          <a:xfrm>
            <a:off x="502920" y="3300984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E46134B-13E3-82C7-3840-5179A2ABB72D}"/>
              </a:ext>
            </a:extLst>
          </p:cNvPr>
          <p:cNvSpPr/>
          <p:nvPr/>
        </p:nvSpPr>
        <p:spPr>
          <a:xfrm>
            <a:off x="274320" y="46360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github.com/shafnajasnin98  ·  Flutter Developer · Dubai, UAE</a:t>
            </a:r>
            <a:endParaRPr lang="en-US" sz="1100" dirty="0"/>
          </a:p>
        </p:txBody>
      </p:sp>
      <p:sp>
        <p:nvSpPr>
          <p:cNvPr id="15" name="Text 4">
            <a:hlinkClick r:id="rId4"/>
            <a:extLst>
              <a:ext uri="{FF2B5EF4-FFF2-40B4-BE49-F238E27FC236}">
                <a16:creationId xmlns:a16="http://schemas.microsoft.com/office/drawing/2014/main" id="{D7C2B55F-6288-737F-1F00-45BAD6A9FBBA}"/>
              </a:ext>
            </a:extLst>
          </p:cNvPr>
          <p:cNvSpPr/>
          <p:nvPr/>
        </p:nvSpPr>
        <p:spPr>
          <a:xfrm>
            <a:off x="502920" y="3054096"/>
            <a:ext cx="5767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70C0"/>
                </a:solidFill>
                <a:hlinkClick r:id="rId5"/>
              </a:rPr>
              <a:t>https://github.com/shafnajasnin98/promptshield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68E84AF-1D31-2AEB-E423-6C61D8D29A61}"/>
              </a:ext>
            </a:extLst>
          </p:cNvPr>
          <p:cNvSpPr/>
          <p:nvPr/>
        </p:nvSpPr>
        <p:spPr>
          <a:xfrm>
            <a:off x="484632" y="2571750"/>
            <a:ext cx="2743200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F703FF88-347C-40C6-E359-F24F45BF45BE}"/>
              </a:ext>
            </a:extLst>
          </p:cNvPr>
          <p:cNvSpPr/>
          <p:nvPr/>
        </p:nvSpPr>
        <p:spPr>
          <a:xfrm>
            <a:off x="502920" y="1559814"/>
            <a:ext cx="2743200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08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74881-04C7-68CA-2B67-7EE1985F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336D11-3A63-25F5-4C42-F741039BC79D}"/>
              </a:ext>
            </a:extLst>
          </p:cNvPr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0A20CC-E8B5-B5A9-451E-C13C9571DB71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19F6B6E-DAB4-DBDA-C637-C024C91D3007}"/>
              </a:ext>
            </a:extLst>
          </p:cNvPr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7BE30BE-669A-C00B-3A46-E4C23C07E063}"/>
              </a:ext>
            </a:extLst>
          </p:cNvPr>
          <p:cNvSpPr/>
          <p:nvPr/>
        </p:nvSpPr>
        <p:spPr>
          <a:xfrm>
            <a:off x="380275" y="31017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Thanks…</a:t>
            </a:r>
            <a:endParaRPr lang="en-US" sz="3600" dirty="0"/>
          </a:p>
        </p:txBody>
      </p:sp>
      <p:sp>
        <p:nvSpPr>
          <p:cNvPr id="7" name="Text 4">
            <a:hlinkClick r:id="rId3"/>
            <a:extLst>
              <a:ext uri="{FF2B5EF4-FFF2-40B4-BE49-F238E27FC236}">
                <a16:creationId xmlns:a16="http://schemas.microsoft.com/office/drawing/2014/main" id="{AF1477A7-3059-4032-B578-0A587FF28550}"/>
              </a:ext>
            </a:extLst>
          </p:cNvPr>
          <p:cNvSpPr/>
          <p:nvPr/>
        </p:nvSpPr>
        <p:spPr>
          <a:xfrm>
            <a:off x="5485338" y="2664778"/>
            <a:ext cx="3384342" cy="534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4"/>
              </a:rPr>
              <a:t>https://github.com/shafnajasnin98/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2F83BA2-792B-BB39-F98F-78566B8E85F3}"/>
              </a:ext>
            </a:extLst>
          </p:cNvPr>
          <p:cNvSpPr/>
          <p:nvPr/>
        </p:nvSpPr>
        <p:spPr>
          <a:xfrm>
            <a:off x="502920" y="2240280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D14E074-DD51-0C99-A209-0EA0762FCA92}"/>
              </a:ext>
            </a:extLst>
          </p:cNvPr>
          <p:cNvSpPr/>
          <p:nvPr/>
        </p:nvSpPr>
        <p:spPr>
          <a:xfrm>
            <a:off x="502920" y="2770632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E2BC7BA-366D-216F-6472-8CFBB407B4B2}"/>
              </a:ext>
            </a:extLst>
          </p:cNvPr>
          <p:cNvSpPr/>
          <p:nvPr/>
        </p:nvSpPr>
        <p:spPr>
          <a:xfrm>
            <a:off x="502920" y="3300984"/>
            <a:ext cx="182880" cy="182880"/>
          </a:xfrm>
          <a:prstGeom prst="line">
            <a:avLst/>
          </a:prstGeom>
          <a:solidFill>
            <a:srgbClr val="00C8FF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CB47E0F-B227-D694-100F-C098C4EF41F0}"/>
              </a:ext>
            </a:extLst>
          </p:cNvPr>
          <p:cNvSpPr/>
          <p:nvPr/>
        </p:nvSpPr>
        <p:spPr>
          <a:xfrm>
            <a:off x="274320" y="46360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github.com/shafnajasnin98  ·  Flutter Developer · Dubai, UAE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E37C514-7F95-9919-3001-B264C7E952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83" t="16978" r="14592" b="9845"/>
          <a:stretch>
            <a:fillRect/>
          </a:stretch>
        </p:blipFill>
        <p:spPr>
          <a:xfrm>
            <a:off x="5553892" y="176800"/>
            <a:ext cx="2813594" cy="27553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DCA27FA-1908-BFB1-1F25-7DCA50CC6A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59" b="8841"/>
          <a:stretch>
            <a:fillRect/>
          </a:stretch>
        </p:blipFill>
        <p:spPr>
          <a:xfrm>
            <a:off x="380275" y="1052534"/>
            <a:ext cx="3384341" cy="322448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6851A4D-17FE-B8D5-33C1-A90672482F4A}"/>
              </a:ext>
            </a:extLst>
          </p:cNvPr>
          <p:cNvSpPr/>
          <p:nvPr/>
        </p:nvSpPr>
        <p:spPr>
          <a:xfrm>
            <a:off x="3613355" y="1342103"/>
            <a:ext cx="273906" cy="3088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F78ED6-F005-4A3F-7391-3B1073DB7612}"/>
              </a:ext>
            </a:extLst>
          </p:cNvPr>
          <p:cNvSpPr/>
          <p:nvPr/>
        </p:nvSpPr>
        <p:spPr>
          <a:xfrm>
            <a:off x="320454" y="1226549"/>
            <a:ext cx="273906" cy="3088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9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513</Words>
  <Application>Microsoft Office PowerPoint</Application>
  <PresentationFormat>On-screen Show (16:9)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PromptShield</dc:title>
  <dc:subject>PptxGenJS Presentation</dc:subject>
  <dc:creator>Shafna Jasnin</dc:creator>
  <cp:lastModifiedBy>shafna jasnin</cp:lastModifiedBy>
  <cp:revision>12</cp:revision>
  <dcterms:created xsi:type="dcterms:W3CDTF">2026-04-18T08:39:42Z</dcterms:created>
  <dcterms:modified xsi:type="dcterms:W3CDTF">2026-04-18T17:25:27Z</dcterms:modified>
</cp:coreProperties>
</file>