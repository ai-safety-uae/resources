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310" r:id="rId3"/>
    <p:sldId id="320" r:id="rId4"/>
    <p:sldId id="321" r:id="rId5"/>
    <p:sldId id="314" r:id="rId6"/>
    <p:sldId id="323" r:id="rId7"/>
    <p:sldId id="324" r:id="rId8"/>
    <p:sldId id="313" r:id="rId9"/>
    <p:sldId id="325" r:id="rId10"/>
    <p:sldId id="317" r:id="rId11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82D55-1A6F-44F0-8C97-56FC2ABF944C}" v="255" dt="2026-03-06T05:32:56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818" autoAdjust="0"/>
  </p:normalViewPr>
  <p:slideViewPr>
    <p:cSldViewPr showGuides="1">
      <p:cViewPr varScale="1">
        <p:scale>
          <a:sx n="83" d="100"/>
          <a:sy n="83" d="100"/>
        </p:scale>
        <p:origin x="828" y="7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mtaz Kynaston-Pearson" userId="61f44aa0-2007-4a6f-87a0-1d510ada7a22" providerId="ADAL" clId="{4FD24FE8-DBA6-4579-8939-F00DD652F77C}"/>
    <pc:docChg chg="undo custSel addSld delSld modSld sldOrd">
      <pc:chgData name="Mumtaz Kynaston-Pearson" userId="61f44aa0-2007-4a6f-87a0-1d510ada7a22" providerId="ADAL" clId="{4FD24FE8-DBA6-4579-8939-F00DD652F77C}" dt="2026-03-06T05:32:56.157" v="949"/>
      <pc:docMkLst>
        <pc:docMk/>
      </pc:docMkLst>
      <pc:sldChg chg="modAnim modNotesTx">
        <pc:chgData name="Mumtaz Kynaston-Pearson" userId="61f44aa0-2007-4a6f-87a0-1d510ada7a22" providerId="ADAL" clId="{4FD24FE8-DBA6-4579-8939-F00DD652F77C}" dt="2026-03-06T05:30:46.676" v="842"/>
        <pc:sldMkLst>
          <pc:docMk/>
          <pc:sldMk cId="2139132589" sldId="310"/>
        </pc:sldMkLst>
      </pc:sldChg>
      <pc:sldChg chg="del">
        <pc:chgData name="Mumtaz Kynaston-Pearson" userId="61f44aa0-2007-4a6f-87a0-1d510ada7a22" providerId="ADAL" clId="{4FD24FE8-DBA6-4579-8939-F00DD652F77C}" dt="2026-03-05T14:50:26.935" v="363" actId="2696"/>
        <pc:sldMkLst>
          <pc:docMk/>
          <pc:sldMk cId="3106206852" sldId="311"/>
        </pc:sldMkLst>
      </pc:sldChg>
      <pc:sldChg chg="del">
        <pc:chgData name="Mumtaz Kynaston-Pearson" userId="61f44aa0-2007-4a6f-87a0-1d510ada7a22" providerId="ADAL" clId="{4FD24FE8-DBA6-4579-8939-F00DD652F77C}" dt="2026-03-05T15:14:01.787" v="640" actId="2696"/>
        <pc:sldMkLst>
          <pc:docMk/>
          <pc:sldMk cId="462238070" sldId="312"/>
        </pc:sldMkLst>
      </pc:sldChg>
      <pc:sldChg chg="addSp modSp mod modAnim modNotesTx">
        <pc:chgData name="Mumtaz Kynaston-Pearson" userId="61f44aa0-2007-4a6f-87a0-1d510ada7a22" providerId="ADAL" clId="{4FD24FE8-DBA6-4579-8939-F00DD652F77C}" dt="2026-03-06T05:32:53.547" v="948"/>
        <pc:sldMkLst>
          <pc:docMk/>
          <pc:sldMk cId="4206988261" sldId="313"/>
        </pc:sldMkLst>
        <pc:spChg chg="mod">
          <ac:chgData name="Mumtaz Kynaston-Pearson" userId="61f44aa0-2007-4a6f-87a0-1d510ada7a22" providerId="ADAL" clId="{4FD24FE8-DBA6-4579-8939-F00DD652F77C}" dt="2026-03-05T14:59:34.356" v="523" actId="1076"/>
          <ac:spMkLst>
            <pc:docMk/>
            <pc:sldMk cId="4206988261" sldId="313"/>
            <ac:spMk id="2" creationId="{00000000-0000-0000-0000-000000000000}"/>
          </ac:spMkLst>
        </pc:spChg>
        <pc:spChg chg="mod">
          <ac:chgData name="Mumtaz Kynaston-Pearson" userId="61f44aa0-2007-4a6f-87a0-1d510ada7a22" providerId="ADAL" clId="{4FD24FE8-DBA6-4579-8939-F00DD652F77C}" dt="2026-03-05T14:59:37.003" v="524" actId="1076"/>
          <ac:spMkLst>
            <pc:docMk/>
            <pc:sldMk cId="4206988261" sldId="313"/>
            <ac:spMk id="3" creationId="{00000000-0000-0000-0000-000000000000}"/>
          </ac:spMkLst>
        </pc:spChg>
        <pc:spChg chg="add mod">
          <ac:chgData name="Mumtaz Kynaston-Pearson" userId="61f44aa0-2007-4a6f-87a0-1d510ada7a22" providerId="ADAL" clId="{4FD24FE8-DBA6-4579-8939-F00DD652F77C}" dt="2026-03-06T05:13:06.828" v="746" actId="1076"/>
          <ac:spMkLst>
            <pc:docMk/>
            <pc:sldMk cId="4206988261" sldId="313"/>
            <ac:spMk id="5" creationId="{F43EAE3B-9342-1C9B-E586-E19612553439}"/>
          </ac:spMkLst>
        </pc:spChg>
        <pc:graphicFrameChg chg="mod modGraphic">
          <ac:chgData name="Mumtaz Kynaston-Pearson" userId="61f44aa0-2007-4a6f-87a0-1d510ada7a22" providerId="ADAL" clId="{4FD24FE8-DBA6-4579-8939-F00DD652F77C}" dt="2026-03-06T05:12:59.754" v="745" actId="1076"/>
          <ac:graphicFrameMkLst>
            <pc:docMk/>
            <pc:sldMk cId="4206988261" sldId="313"/>
            <ac:graphicFrameMk id="9" creationId="{00000000-0000-0000-0000-000000000000}"/>
          </ac:graphicFrameMkLst>
        </pc:graphicFrameChg>
        <pc:picChg chg="add mod">
          <ac:chgData name="Mumtaz Kynaston-Pearson" userId="61f44aa0-2007-4a6f-87a0-1d510ada7a22" providerId="ADAL" clId="{4FD24FE8-DBA6-4579-8939-F00DD652F77C}" dt="2026-03-06T05:12:54.939" v="744" actId="14100"/>
          <ac:picMkLst>
            <pc:docMk/>
            <pc:sldMk cId="4206988261" sldId="313"/>
            <ac:picMk id="4" creationId="{1B4338A1-87BF-0BFE-8538-7B0A10825952}"/>
          </ac:picMkLst>
        </pc:picChg>
      </pc:sldChg>
      <pc:sldChg chg="addSp delSp modSp mod ord modClrScheme modAnim chgLayout modNotesTx">
        <pc:chgData name="Mumtaz Kynaston-Pearson" userId="61f44aa0-2007-4a6f-87a0-1d510ada7a22" providerId="ADAL" clId="{4FD24FE8-DBA6-4579-8939-F00DD652F77C}" dt="2026-03-06T05:32:46.316" v="945"/>
        <pc:sldMkLst>
          <pc:docMk/>
          <pc:sldMk cId="2478160142" sldId="314"/>
        </pc:sldMkLst>
        <pc:spChg chg="mod ord">
          <ac:chgData name="Mumtaz Kynaston-Pearson" userId="61f44aa0-2007-4a6f-87a0-1d510ada7a22" providerId="ADAL" clId="{4FD24FE8-DBA6-4579-8939-F00DD652F77C}" dt="2026-03-05T14:51:55.575" v="376" actId="108"/>
          <ac:spMkLst>
            <pc:docMk/>
            <pc:sldMk cId="2478160142" sldId="314"/>
            <ac:spMk id="2" creationId="{00000000-0000-0000-0000-000000000000}"/>
          </ac:spMkLst>
        </pc:spChg>
        <pc:spChg chg="del mod">
          <ac:chgData name="Mumtaz Kynaston-Pearson" userId="61f44aa0-2007-4a6f-87a0-1d510ada7a22" providerId="ADAL" clId="{4FD24FE8-DBA6-4579-8939-F00DD652F77C}" dt="2026-03-05T11:39:34.121" v="195" actId="21"/>
          <ac:spMkLst>
            <pc:docMk/>
            <pc:sldMk cId="2478160142" sldId="314"/>
            <ac:spMk id="3" creationId="{00000000-0000-0000-0000-000000000000}"/>
          </ac:spMkLst>
        </pc:spChg>
        <pc:spChg chg="add del mod">
          <ac:chgData name="Mumtaz Kynaston-Pearson" userId="61f44aa0-2007-4a6f-87a0-1d510ada7a22" providerId="ADAL" clId="{4FD24FE8-DBA6-4579-8939-F00DD652F77C}" dt="2026-03-05T11:39:36.624" v="196" actId="21"/>
          <ac:spMkLst>
            <pc:docMk/>
            <pc:sldMk cId="2478160142" sldId="314"/>
            <ac:spMk id="6" creationId="{E22A57C9-A5EF-3B33-EFE5-1D2CA2BF9E58}"/>
          </ac:spMkLst>
        </pc:spChg>
        <pc:spChg chg="add mod ord">
          <ac:chgData name="Mumtaz Kynaston-Pearson" userId="61f44aa0-2007-4a6f-87a0-1d510ada7a22" providerId="ADAL" clId="{4FD24FE8-DBA6-4579-8939-F00DD652F77C}" dt="2026-03-06T04:46:21.530" v="683" actId="12"/>
          <ac:spMkLst>
            <pc:docMk/>
            <pc:sldMk cId="2478160142" sldId="314"/>
            <ac:spMk id="7" creationId="{5292D65B-40F5-B497-2411-570EBA3C1213}"/>
          </ac:spMkLst>
        </pc:spChg>
        <pc:spChg chg="add del mod ord">
          <ac:chgData name="Mumtaz Kynaston-Pearson" userId="61f44aa0-2007-4a6f-87a0-1d510ada7a22" providerId="ADAL" clId="{4FD24FE8-DBA6-4579-8939-F00DD652F77C}" dt="2026-03-05T11:44:05.221" v="224" actId="21"/>
          <ac:spMkLst>
            <pc:docMk/>
            <pc:sldMk cId="2478160142" sldId="314"/>
            <ac:spMk id="8" creationId="{F9677774-28EA-79BF-A593-398A133D5162}"/>
          </ac:spMkLst>
        </pc:spChg>
        <pc:graphicFrameChg chg="add del mod modGraphic">
          <ac:chgData name="Mumtaz Kynaston-Pearson" userId="61f44aa0-2007-4a6f-87a0-1d510ada7a22" providerId="ADAL" clId="{4FD24FE8-DBA6-4579-8939-F00DD652F77C}" dt="2026-03-05T11:39:27.835" v="194" actId="21"/>
          <ac:graphicFrameMkLst>
            <pc:docMk/>
            <pc:sldMk cId="2478160142" sldId="314"/>
            <ac:graphicFrameMk id="4" creationId="{3CFFA16E-3972-3EF9-FB34-72225C1899B5}"/>
          </ac:graphicFrameMkLst>
        </pc:graphicFrameChg>
        <pc:picChg chg="add del mod">
          <ac:chgData name="Mumtaz Kynaston-Pearson" userId="61f44aa0-2007-4a6f-87a0-1d510ada7a22" providerId="ADAL" clId="{4FD24FE8-DBA6-4579-8939-F00DD652F77C}" dt="2026-03-05T11:44:07.567" v="225" actId="21"/>
          <ac:picMkLst>
            <pc:docMk/>
            <pc:sldMk cId="2478160142" sldId="314"/>
            <ac:picMk id="9" creationId="{50E94B54-8D8E-BBBF-E927-74EAAA99B156}"/>
          </ac:picMkLst>
        </pc:picChg>
        <pc:picChg chg="add mod">
          <ac:chgData name="Mumtaz Kynaston-Pearson" userId="61f44aa0-2007-4a6f-87a0-1d510ada7a22" providerId="ADAL" clId="{4FD24FE8-DBA6-4579-8939-F00DD652F77C}" dt="2026-03-05T14:48:47.712" v="352" actId="26606"/>
          <ac:picMkLst>
            <pc:docMk/>
            <pc:sldMk cId="2478160142" sldId="314"/>
            <ac:picMk id="10" creationId="{516C1371-9045-DED9-FB71-D5E23DBACC5F}"/>
          </ac:picMkLst>
        </pc:picChg>
      </pc:sldChg>
      <pc:sldChg chg="del">
        <pc:chgData name="Mumtaz Kynaston-Pearson" userId="61f44aa0-2007-4a6f-87a0-1d510ada7a22" providerId="ADAL" clId="{4FD24FE8-DBA6-4579-8939-F00DD652F77C}" dt="2026-03-05T15:14:06.007" v="641" actId="2696"/>
        <pc:sldMkLst>
          <pc:docMk/>
          <pc:sldMk cId="2681425051" sldId="315"/>
        </pc:sldMkLst>
      </pc:sldChg>
      <pc:sldChg chg="del">
        <pc:chgData name="Mumtaz Kynaston-Pearson" userId="61f44aa0-2007-4a6f-87a0-1d510ada7a22" providerId="ADAL" clId="{4FD24FE8-DBA6-4579-8939-F00DD652F77C}" dt="2026-03-05T15:14:22.450" v="644" actId="2696"/>
        <pc:sldMkLst>
          <pc:docMk/>
          <pc:sldMk cId="2590506655" sldId="316"/>
        </pc:sldMkLst>
      </pc:sldChg>
      <pc:sldChg chg="addSp modSp mod modClrScheme chgLayout">
        <pc:chgData name="Mumtaz Kynaston-Pearson" userId="61f44aa0-2007-4a6f-87a0-1d510ada7a22" providerId="ADAL" clId="{4FD24FE8-DBA6-4579-8939-F00DD652F77C}" dt="2026-03-06T05:14:27.938" v="780" actId="20577"/>
        <pc:sldMkLst>
          <pc:docMk/>
          <pc:sldMk cId="1735722345" sldId="317"/>
        </pc:sldMkLst>
        <pc:spChg chg="add mod">
          <ac:chgData name="Mumtaz Kynaston-Pearson" userId="61f44aa0-2007-4a6f-87a0-1d510ada7a22" providerId="ADAL" clId="{4FD24FE8-DBA6-4579-8939-F00DD652F77C}" dt="2026-03-06T05:14:27.938" v="780" actId="20577"/>
          <ac:spMkLst>
            <pc:docMk/>
            <pc:sldMk cId="1735722345" sldId="317"/>
            <ac:spMk id="3" creationId="{1F0F7C06-11C6-55EE-6C66-BB40CB0143FC}"/>
          </ac:spMkLst>
        </pc:spChg>
        <pc:spChg chg="add mod">
          <ac:chgData name="Mumtaz Kynaston-Pearson" userId="61f44aa0-2007-4a6f-87a0-1d510ada7a22" providerId="ADAL" clId="{4FD24FE8-DBA6-4579-8939-F00DD652F77C}" dt="2026-03-05T15:15:21.700" v="661"/>
          <ac:spMkLst>
            <pc:docMk/>
            <pc:sldMk cId="1735722345" sldId="317"/>
            <ac:spMk id="4" creationId="{033A6DDA-6F0D-2C94-711E-2F8BB11EF45A}"/>
          </ac:spMkLst>
        </pc:spChg>
        <pc:graphicFrameChg chg="add mod modGraphic">
          <ac:chgData name="Mumtaz Kynaston-Pearson" userId="61f44aa0-2007-4a6f-87a0-1d510ada7a22" providerId="ADAL" clId="{4FD24FE8-DBA6-4579-8939-F00DD652F77C}" dt="2026-03-05T15:14:41.332" v="648" actId="6549"/>
          <ac:graphicFrameMkLst>
            <pc:docMk/>
            <pc:sldMk cId="1735722345" sldId="317"/>
            <ac:graphicFrameMk id="2" creationId="{BCF44F8E-D242-9DCF-E77A-AB58E604B705}"/>
          </ac:graphicFrameMkLst>
        </pc:graphicFrameChg>
      </pc:sldChg>
      <pc:sldChg chg="del">
        <pc:chgData name="Mumtaz Kynaston-Pearson" userId="61f44aa0-2007-4a6f-87a0-1d510ada7a22" providerId="ADAL" clId="{4FD24FE8-DBA6-4579-8939-F00DD652F77C}" dt="2026-03-05T15:14:18.312" v="643" actId="2696"/>
        <pc:sldMkLst>
          <pc:docMk/>
          <pc:sldMk cId="2765137111" sldId="318"/>
        </pc:sldMkLst>
      </pc:sldChg>
      <pc:sldChg chg="del">
        <pc:chgData name="Mumtaz Kynaston-Pearson" userId="61f44aa0-2007-4a6f-87a0-1d510ada7a22" providerId="ADAL" clId="{4FD24FE8-DBA6-4579-8939-F00DD652F77C}" dt="2026-03-05T15:14:16.489" v="642" actId="2696"/>
        <pc:sldMkLst>
          <pc:docMk/>
          <pc:sldMk cId="1108506989" sldId="319"/>
        </pc:sldMkLst>
      </pc:sldChg>
      <pc:sldChg chg="modAnim modNotesTx">
        <pc:chgData name="Mumtaz Kynaston-Pearson" userId="61f44aa0-2007-4a6f-87a0-1d510ada7a22" providerId="ADAL" clId="{4FD24FE8-DBA6-4579-8939-F00DD652F77C}" dt="2026-03-06T05:30:49.813" v="843"/>
        <pc:sldMkLst>
          <pc:docMk/>
          <pc:sldMk cId="2103908997" sldId="320"/>
        </pc:sldMkLst>
      </pc:sldChg>
      <pc:sldChg chg="addSp modSp add mod modAnim modNotesTx">
        <pc:chgData name="Mumtaz Kynaston-Pearson" userId="61f44aa0-2007-4a6f-87a0-1d510ada7a22" providerId="ADAL" clId="{4FD24FE8-DBA6-4579-8939-F00DD652F77C}" dt="2026-03-06T05:32:37.322" v="944" actId="1076"/>
        <pc:sldMkLst>
          <pc:docMk/>
          <pc:sldMk cId="848943131" sldId="321"/>
        </pc:sldMkLst>
        <pc:spChg chg="add mod">
          <ac:chgData name="Mumtaz Kynaston-Pearson" userId="61f44aa0-2007-4a6f-87a0-1d510ada7a22" providerId="ADAL" clId="{4FD24FE8-DBA6-4579-8939-F00DD652F77C}" dt="2026-03-06T05:32:37.322" v="944" actId="1076"/>
          <ac:spMkLst>
            <pc:docMk/>
            <pc:sldMk cId="848943131" sldId="321"/>
            <ac:spMk id="2" creationId="{BDC7588C-5570-72EC-4460-50CBFCA91265}"/>
          </ac:spMkLst>
        </pc:spChg>
        <pc:spChg chg="mod">
          <ac:chgData name="Mumtaz Kynaston-Pearson" userId="61f44aa0-2007-4a6f-87a0-1d510ada7a22" providerId="ADAL" clId="{4FD24FE8-DBA6-4579-8939-F00DD652F77C}" dt="2026-03-05T11:37:33.533" v="185" actId="14100"/>
          <ac:spMkLst>
            <pc:docMk/>
            <pc:sldMk cId="848943131" sldId="321"/>
            <ac:spMk id="13" creationId="{AD631D06-C041-35FC-11A8-CAFC330A47D2}"/>
          </ac:spMkLst>
        </pc:spChg>
        <pc:spChg chg="mod">
          <ac:chgData name="Mumtaz Kynaston-Pearson" userId="61f44aa0-2007-4a6f-87a0-1d510ada7a22" providerId="ADAL" clId="{4FD24FE8-DBA6-4579-8939-F00DD652F77C}" dt="2026-03-06T05:32:29.908" v="943" actId="27636"/>
          <ac:spMkLst>
            <pc:docMk/>
            <pc:sldMk cId="848943131" sldId="321"/>
            <ac:spMk id="14" creationId="{F35E5A7C-80B8-D066-73F3-6B62B5D2AE5F}"/>
          </ac:spMkLst>
        </pc:spChg>
        <pc:graphicFrameChg chg="add mod">
          <ac:chgData name="Mumtaz Kynaston-Pearson" userId="61f44aa0-2007-4a6f-87a0-1d510ada7a22" providerId="ADAL" clId="{4FD24FE8-DBA6-4579-8939-F00DD652F77C}" dt="2026-03-05T11:19:20.676" v="1"/>
          <ac:graphicFrameMkLst>
            <pc:docMk/>
            <pc:sldMk cId="848943131" sldId="321"/>
            <ac:graphicFrameMk id="2" creationId="{F5643FCD-2B5B-FC2A-427D-B1DAF521B1D0}"/>
          </ac:graphicFrameMkLst>
        </pc:graphicFrameChg>
        <pc:graphicFrameChg chg="add mod">
          <ac:chgData name="Mumtaz Kynaston-Pearson" userId="61f44aa0-2007-4a6f-87a0-1d510ada7a22" providerId="ADAL" clId="{4FD24FE8-DBA6-4579-8939-F00DD652F77C}" dt="2026-03-05T11:19:30.312" v="7"/>
          <ac:graphicFrameMkLst>
            <pc:docMk/>
            <pc:sldMk cId="848943131" sldId="321"/>
            <ac:graphicFrameMk id="3" creationId="{05EA4271-DEB5-717C-F196-590FED586D3F}"/>
          </ac:graphicFrameMkLst>
        </pc:graphicFrameChg>
      </pc:sldChg>
      <pc:sldChg chg="add del">
        <pc:chgData name="Mumtaz Kynaston-Pearson" userId="61f44aa0-2007-4a6f-87a0-1d510ada7a22" providerId="ADAL" clId="{4FD24FE8-DBA6-4579-8939-F00DD652F77C}" dt="2026-03-05T11:36:43.704" v="178" actId="2696"/>
        <pc:sldMkLst>
          <pc:docMk/>
          <pc:sldMk cId="1487236255" sldId="322"/>
        </pc:sldMkLst>
      </pc:sldChg>
      <pc:sldChg chg="delSp add del mod">
        <pc:chgData name="Mumtaz Kynaston-Pearson" userId="61f44aa0-2007-4a6f-87a0-1d510ada7a22" providerId="ADAL" clId="{4FD24FE8-DBA6-4579-8939-F00DD652F77C}" dt="2026-03-05T14:50:20.861" v="362" actId="2696"/>
        <pc:sldMkLst>
          <pc:docMk/>
          <pc:sldMk cId="2847427437" sldId="322"/>
        </pc:sldMkLst>
        <pc:picChg chg="del">
          <ac:chgData name="Mumtaz Kynaston-Pearson" userId="61f44aa0-2007-4a6f-87a0-1d510ada7a22" providerId="ADAL" clId="{4FD24FE8-DBA6-4579-8939-F00DD652F77C}" dt="2026-03-05T11:43:50.038" v="222" actId="478"/>
          <ac:picMkLst>
            <pc:docMk/>
            <pc:sldMk cId="2847427437" sldId="322"/>
            <ac:picMk id="10" creationId="{83E29B08-522B-5CEA-F1EC-F39CD0BBAB13}"/>
          </ac:picMkLst>
        </pc:picChg>
      </pc:sldChg>
      <pc:sldChg chg="addSp delSp modSp add mod modAnim modNotesTx">
        <pc:chgData name="Mumtaz Kynaston-Pearson" userId="61f44aa0-2007-4a6f-87a0-1d510ada7a22" providerId="ADAL" clId="{4FD24FE8-DBA6-4579-8939-F00DD652F77C}" dt="2026-03-06T05:32:48.343" v="946"/>
        <pc:sldMkLst>
          <pc:docMk/>
          <pc:sldMk cId="1179391565" sldId="323"/>
        </pc:sldMkLst>
        <pc:spChg chg="mod">
          <ac:chgData name="Mumtaz Kynaston-Pearson" userId="61f44aa0-2007-4a6f-87a0-1d510ada7a22" providerId="ADAL" clId="{4FD24FE8-DBA6-4579-8939-F00DD652F77C}" dt="2026-03-05T14:52:03.003" v="377"/>
          <ac:spMkLst>
            <pc:docMk/>
            <pc:sldMk cId="1179391565" sldId="323"/>
            <ac:spMk id="2" creationId="{EA5B1789-EF79-F1C6-1719-82F084CE37F0}"/>
          </ac:spMkLst>
        </pc:spChg>
        <pc:spChg chg="mod ord">
          <ac:chgData name="Mumtaz Kynaston-Pearson" userId="61f44aa0-2007-4a6f-87a0-1d510ada7a22" providerId="ADAL" clId="{4FD24FE8-DBA6-4579-8939-F00DD652F77C}" dt="2026-03-06T04:46:45.733" v="686" actId="12"/>
          <ac:spMkLst>
            <pc:docMk/>
            <pc:sldMk cId="1179391565" sldId="323"/>
            <ac:spMk id="7" creationId="{4A523ADB-074F-9897-0C91-602168E85F8A}"/>
          </ac:spMkLst>
        </pc:spChg>
        <pc:picChg chg="add mod">
          <ac:chgData name="Mumtaz Kynaston-Pearson" userId="61f44aa0-2007-4a6f-87a0-1d510ada7a22" providerId="ADAL" clId="{4FD24FE8-DBA6-4579-8939-F00DD652F77C}" dt="2026-03-06T04:48:44.638" v="703" actId="1076"/>
          <ac:picMkLst>
            <pc:docMk/>
            <pc:sldMk cId="1179391565" sldId="323"/>
            <ac:picMk id="3" creationId="{4CE3CF8B-061C-81B7-7373-A0E5EBF18643}"/>
          </ac:picMkLst>
        </pc:picChg>
        <pc:picChg chg="add mod">
          <ac:chgData name="Mumtaz Kynaston-Pearson" userId="61f44aa0-2007-4a6f-87a0-1d510ada7a22" providerId="ADAL" clId="{4FD24FE8-DBA6-4579-8939-F00DD652F77C}" dt="2026-03-05T14:49:03.361" v="355" actId="26606"/>
          <ac:picMkLst>
            <pc:docMk/>
            <pc:sldMk cId="1179391565" sldId="323"/>
            <ac:picMk id="4" creationId="{31319D94-BC2A-3660-E7C4-960432D1E9E2}"/>
          </ac:picMkLst>
        </pc:picChg>
        <pc:picChg chg="del">
          <ac:chgData name="Mumtaz Kynaston-Pearson" userId="61f44aa0-2007-4a6f-87a0-1d510ada7a22" providerId="ADAL" clId="{4FD24FE8-DBA6-4579-8939-F00DD652F77C}" dt="2026-03-05T11:51:27.669" v="282" actId="478"/>
          <ac:picMkLst>
            <pc:docMk/>
            <pc:sldMk cId="1179391565" sldId="323"/>
            <ac:picMk id="10" creationId="{14DF3E62-8ABD-DC0D-7FAF-D745B1C3D0CB}"/>
          </ac:picMkLst>
        </pc:picChg>
      </pc:sldChg>
      <pc:sldChg chg="addSp delSp modSp add mod modAnim modNotesTx">
        <pc:chgData name="Mumtaz Kynaston-Pearson" userId="61f44aa0-2007-4a6f-87a0-1d510ada7a22" providerId="ADAL" clId="{4FD24FE8-DBA6-4579-8939-F00DD652F77C}" dt="2026-03-06T05:32:51.226" v="947"/>
        <pc:sldMkLst>
          <pc:docMk/>
          <pc:sldMk cId="576481796" sldId="324"/>
        </pc:sldMkLst>
        <pc:spChg chg="mod">
          <ac:chgData name="Mumtaz Kynaston-Pearson" userId="61f44aa0-2007-4a6f-87a0-1d510ada7a22" providerId="ADAL" clId="{4FD24FE8-DBA6-4579-8939-F00DD652F77C}" dt="2026-03-05T14:52:06.721" v="378"/>
          <ac:spMkLst>
            <pc:docMk/>
            <pc:sldMk cId="576481796" sldId="324"/>
            <ac:spMk id="2" creationId="{D5488AA1-C9AF-01A9-05F9-7B8791BF9A2D}"/>
          </ac:spMkLst>
        </pc:spChg>
        <pc:spChg chg="add del mod">
          <ac:chgData name="Mumtaz Kynaston-Pearson" userId="61f44aa0-2007-4a6f-87a0-1d510ada7a22" providerId="ADAL" clId="{4FD24FE8-DBA6-4579-8939-F00DD652F77C}" dt="2026-03-05T11:55:58.984" v="339" actId="478"/>
          <ac:spMkLst>
            <pc:docMk/>
            <pc:sldMk cId="576481796" sldId="324"/>
            <ac:spMk id="5" creationId="{5D31CBE5-B4B5-D0E7-A458-19DEA4AE5F77}"/>
          </ac:spMkLst>
        </pc:spChg>
        <pc:spChg chg="add del mod ord">
          <ac:chgData name="Mumtaz Kynaston-Pearson" userId="61f44aa0-2007-4a6f-87a0-1d510ada7a22" providerId="ADAL" clId="{4FD24FE8-DBA6-4579-8939-F00DD652F77C}" dt="2026-03-06T04:47:01.450" v="687" actId="11"/>
          <ac:spMkLst>
            <pc:docMk/>
            <pc:sldMk cId="576481796" sldId="324"/>
            <ac:spMk id="7" creationId="{8B9EA2B8-B423-7556-2C59-4E6821C9D933}"/>
          </ac:spMkLst>
        </pc:spChg>
        <pc:picChg chg="add del">
          <ac:chgData name="Mumtaz Kynaston-Pearson" userId="61f44aa0-2007-4a6f-87a0-1d510ada7a22" providerId="ADAL" clId="{4FD24FE8-DBA6-4579-8939-F00DD652F77C}" dt="2026-03-05T11:56:05.722" v="341" actId="478"/>
          <ac:picMkLst>
            <pc:docMk/>
            <pc:sldMk cId="576481796" sldId="324"/>
            <ac:picMk id="4" creationId="{87A0E0A4-FD60-083C-3768-4EA2B9714547}"/>
          </ac:picMkLst>
        </pc:picChg>
        <pc:picChg chg="add">
          <ac:chgData name="Mumtaz Kynaston-Pearson" userId="61f44aa0-2007-4a6f-87a0-1d510ada7a22" providerId="ADAL" clId="{4FD24FE8-DBA6-4579-8939-F00DD652F77C}" dt="2026-03-05T11:55:50.251" v="338"/>
          <ac:picMkLst>
            <pc:docMk/>
            <pc:sldMk cId="576481796" sldId="324"/>
            <ac:picMk id="4098" creationId="{B879C3E5-DA2D-83E1-B384-122063CFC9D4}"/>
          </ac:picMkLst>
        </pc:picChg>
        <pc:picChg chg="add mod">
          <ac:chgData name="Mumtaz Kynaston-Pearson" userId="61f44aa0-2007-4a6f-87a0-1d510ada7a22" providerId="ADAL" clId="{4FD24FE8-DBA6-4579-8939-F00DD652F77C}" dt="2026-03-05T14:49:12.210" v="358" actId="26606"/>
          <ac:picMkLst>
            <pc:docMk/>
            <pc:sldMk cId="576481796" sldId="324"/>
            <ac:picMk id="4100" creationId="{D2F02177-0DD5-A5F9-5B77-B1673D3A1810}"/>
          </ac:picMkLst>
        </pc:picChg>
      </pc:sldChg>
      <pc:sldChg chg="addSp delSp modSp add mod ord modClrScheme modAnim chgLayout modNotesTx">
        <pc:chgData name="Mumtaz Kynaston-Pearson" userId="61f44aa0-2007-4a6f-87a0-1d510ada7a22" providerId="ADAL" clId="{4FD24FE8-DBA6-4579-8939-F00DD652F77C}" dt="2026-03-06T05:32:56.157" v="949"/>
        <pc:sldMkLst>
          <pc:docMk/>
          <pc:sldMk cId="1519991715" sldId="325"/>
        </pc:sldMkLst>
        <pc:spChg chg="mod">
          <ac:chgData name="Mumtaz Kynaston-Pearson" userId="61f44aa0-2007-4a6f-87a0-1d510ada7a22" providerId="ADAL" clId="{4FD24FE8-DBA6-4579-8939-F00DD652F77C}" dt="2026-03-05T15:02:30.522" v="577" actId="26606"/>
          <ac:spMkLst>
            <pc:docMk/>
            <pc:sldMk cId="1519991715" sldId="325"/>
            <ac:spMk id="13" creationId="{9297E868-9CA4-BF8D-B11D-7FCCE8BC43D0}"/>
          </ac:spMkLst>
        </pc:spChg>
        <pc:spChg chg="mod ord">
          <ac:chgData name="Mumtaz Kynaston-Pearson" userId="61f44aa0-2007-4a6f-87a0-1d510ada7a22" providerId="ADAL" clId="{4FD24FE8-DBA6-4579-8939-F00DD652F77C}" dt="2026-03-06T05:13:33.762" v="753" actId="5793"/>
          <ac:spMkLst>
            <pc:docMk/>
            <pc:sldMk cId="1519991715" sldId="325"/>
            <ac:spMk id="14" creationId="{E60163B3-CE49-1C0F-C584-1DF4C921D4CE}"/>
          </ac:spMkLst>
        </pc:spChg>
        <pc:spChg chg="add del mod">
          <ac:chgData name="Mumtaz Kynaston-Pearson" userId="61f44aa0-2007-4a6f-87a0-1d510ada7a22" providerId="ADAL" clId="{4FD24FE8-DBA6-4579-8939-F00DD652F77C}" dt="2026-03-05T15:02:18.765" v="573" actId="26606"/>
          <ac:spMkLst>
            <pc:docMk/>
            <pc:sldMk cId="1519991715" sldId="325"/>
            <ac:spMk id="19" creationId="{55B07F48-5A94-8A46-5E6C-59660E04C132}"/>
          </ac:spMkLst>
        </pc:spChg>
        <pc:spChg chg="add del mod">
          <ac:chgData name="Mumtaz Kynaston-Pearson" userId="61f44aa0-2007-4a6f-87a0-1d510ada7a22" providerId="ADAL" clId="{4FD24FE8-DBA6-4579-8939-F00DD652F77C}" dt="2026-03-05T15:02:18.765" v="573" actId="26606"/>
          <ac:spMkLst>
            <pc:docMk/>
            <pc:sldMk cId="1519991715" sldId="325"/>
            <ac:spMk id="21" creationId="{DEC1AB2E-1818-7BFC-710F-4C1022FC1D65}"/>
          </ac:spMkLst>
        </pc:spChg>
        <pc:graphicFrameChg chg="add mod">
          <ac:chgData name="Mumtaz Kynaston-Pearson" userId="61f44aa0-2007-4a6f-87a0-1d510ada7a22" providerId="ADAL" clId="{4FD24FE8-DBA6-4579-8939-F00DD652F77C}" dt="2026-03-05T15:00:23.387" v="534"/>
          <ac:graphicFrameMkLst>
            <pc:docMk/>
            <pc:sldMk cId="1519991715" sldId="325"/>
            <ac:graphicFrameMk id="2" creationId="{7E1F0B96-99EB-02A5-F2D9-B11B44E80FE6}"/>
          </ac:graphicFrameMkLst>
        </pc:graphicFrameChg>
        <pc:picChg chg="add del mod">
          <ac:chgData name="Mumtaz Kynaston-Pearson" userId="61f44aa0-2007-4a6f-87a0-1d510ada7a22" providerId="ADAL" clId="{4FD24FE8-DBA6-4579-8939-F00DD652F77C}" dt="2026-03-05T15:03:16.365" v="580" actId="478"/>
          <ac:picMkLst>
            <pc:docMk/>
            <pc:sldMk cId="1519991715" sldId="325"/>
            <ac:picMk id="3" creationId="{8D87F856-3A8F-8D8F-6A14-19919F98AE68}"/>
          </ac:picMkLst>
        </pc:picChg>
        <pc:picChg chg="add mod">
          <ac:chgData name="Mumtaz Kynaston-Pearson" userId="61f44aa0-2007-4a6f-87a0-1d510ada7a22" providerId="ADAL" clId="{4FD24FE8-DBA6-4579-8939-F00DD652F77C}" dt="2026-03-06T05:13:40.131" v="754" actId="14100"/>
          <ac:picMkLst>
            <pc:docMk/>
            <pc:sldMk cId="1519991715" sldId="325"/>
            <ac:picMk id="4" creationId="{AEA92796-1A9C-B72C-EE97-A800C08599E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3/6/2026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3/6/2026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introduction - name, one-line role, straight into the hook.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742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 a quick show of hands. Raise your hand if, at some point today, you tapped 'Accept All' on a cookie banner or a terms &amp; conditions update without reading a single word.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[Pause, acknowledge hands]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your hand up if you also felt that small voice saying: 'They already have everything anyway. Does it even matter?’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resignation is not an accident. 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the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intended outcome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deliberate design choices called dark patterns. 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today, I want to show you what that means — especially for women — and what we can do about it.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65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EF7D-5D3B-2AA0-0002-C4B01037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AD5A5-35AC-94BE-FF9C-D8D8B07AE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538D9-BA0F-AA53-993C-49EDFDAD3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does this matter specifically in an AI safety context — and specifically for women?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 patterns don't just harvest data. They harvest data that can then be weaponised. 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[Point to each as you speak]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AI-generated harassment: the data collected through manipulative consent flows can train models that produce targeted abuse, deepfakes, and non-consensual intimate imagery.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Discriminatory profiling: opaque data collection enables algorithmic bias — in hiring, in credit decisions, in healthcare access.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Stalking and doxxing: location data, behavioural patterns, social connections — all extracted without genuine consent — become tools for abuse.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fundamentally, erosion of autonomy. When 'Accept All' is the only realistic option, digital participation becomes coerced participation.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not abstract. This is a safety issue.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B53A1-ACFA-E83E-AFD4-8952B9CE4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313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6D81-A32D-765C-9215-1C3B4FB5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994A7-3DE0-35DB-1ADF-88E3E1C23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11F99-915B-2282-00E8-1D33299CE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fight dark patterns, you first need to recognise them. 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are the six categories — based on the Nielsen Norman Group taxonomy. [Quick run-through, pointing to each]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Sneaking — hiding material terms in fine print nobody reads.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Urgency — fake countdown timers, artificial scarcity.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Misdirection — visual design that draws your eye away from the 'no' button.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proof — manufactured testimonials and inflated numbers.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Obstruction — want to opt out? Email this address, wait 30 days, fill out this form.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forced action — agree to everything, or you can't use the service at all.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not accidents. These are deliberate strategies. And once you see them, you'll see them everywhere.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A31D2-9DBC-F499-C3B7-3569E73C0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920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the good news.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bright patterns — design choices that give people genuine agency. Let me give you three that you can apply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1] Progressive consent. Instead of front-loading a wall of permissions, ask at the moment of need, with clear language and a real choice.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Apple's App Tracking Transparency is the benchmark — a single-screen prompt that says exactly what's happening. Opt-in rates dropped to 25%. That's what real consent looks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72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3991-AA1B-7B71-6D37-F4FE6100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79277-C942-392E-3B12-1E4125DBB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BCC98-D882-45F6-468F-B00386E05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2] Privacy nutrition labels.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 users what's in the system — right there, at the point of interaction.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Adobe Firefly makes it clear that it is: 'Trained on Adobe Stock and openly licensed content.' No fine print. No legalese.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F3EAC-5ECE-56AC-4EC2-709AC6441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12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EA06-B1B6-D26A-3202-F4EEEB01E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C53F-25A3-A8A1-29C6-4E6DA56CC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D7728-4E59-A6A5-71B4-3C4036522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3] Granular toggle matrix.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bundle everything into one 'improve our services' switch.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GitHub Copilot gives enterprises two independent toggles — one for telemetry, one for training. Separate purposes, separate choices, default set to off.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aren't charity. These are safety-by-design.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474BB-570A-DB23-7F92-F3C3E9BE7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057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leave you with something you can use immediately. 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 questions to audit any AI feature, any consent flow, any data collection interface. 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[Read through, pausing on each]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One: Is there just-in-time notice? Are users informed at the moment their data is collected — not just in a policy they signed months ago?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Two: Is there a real choice? Can users meaningfully decline without losing access to core functionality?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Three: Is the purpose clear? Do users understand why data is being collected and how it will be used?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Four: Are there retention boundaries? Is data kept only as long as necessary? Can users request deletion?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Five: Is there a feedback channel? If someone believes they've been harmed or unfairly profiled, is there a process?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answer 'no' to any of these, you've identified a gap — and potentially a liability.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checklist works whether you're reviewing a consumer app, an enterprise AI system, or a workplace monitoring tool.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140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7CA1E-544E-E57C-5482-39873002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D21C6-CF0C-5163-6FAB-6E3A187AE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E680B-4EB6-1C2F-3F77-EE7C8EAB1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what can you do with this?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build AI systems — adopt bright-pattern defaults. Test your consent flows against those five questions before you ship.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govern or advise on AI — push for consent integrity as a governance pillar. Audit the interfaces, not just the policies. 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if you use AI systems — which is all of us — notice the patterns. Ask questions. Demand better. As users. As employees. As citizens.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don't have to accept 'they already have everything anyway' as the design reality. We can build systems that respect human agency — that treat people as partners, not raw material.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UX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isn't charity. It's safety-by-design. And it's something every person in this room can champion.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2DE92-5C82-2F69-0A18-B17167824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857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3/6/2026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3/6/2026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Designing Digital Autonomy</a:t>
            </a:r>
            <a:br>
              <a:rPr lang="en-GB" dirty="0"/>
            </a:br>
            <a:r>
              <a:rPr lang="en-GB" sz="3900" dirty="0"/>
              <a:t>From Dark Patterns to Safety-by-Design in AI Data Collection</a:t>
            </a:r>
            <a:endParaRPr lang="en-US" sz="39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Mumtaz Kynaston-Pearson</a:t>
            </a:r>
          </a:p>
          <a:p>
            <a:r>
              <a:rPr lang="en-GB" sz="1500" dirty="0"/>
              <a:t>Principal Legal Counsel, Mimecast · </a:t>
            </a:r>
            <a:r>
              <a:rPr lang="en-GB" sz="1500" dirty="0" err="1"/>
              <a:t>AIGP</a:t>
            </a:r>
            <a:r>
              <a:rPr lang="en-GB" sz="1500" dirty="0"/>
              <a:t> · </a:t>
            </a:r>
            <a:r>
              <a:rPr lang="en-GB" sz="1500" dirty="0" err="1"/>
              <a:t>CIPP</a:t>
            </a:r>
            <a:r>
              <a:rPr lang="en-GB" sz="1500" dirty="0"/>
              <a:t>/E</a:t>
            </a:r>
          </a:p>
          <a:p>
            <a:r>
              <a:rPr lang="en-GB" sz="1500" dirty="0"/>
              <a:t>IWD AI Safety &amp; Governance · 14 March 2026</a:t>
            </a:r>
            <a:endParaRPr lang="it-IT" sz="1500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GB" b="1" dirty="0"/>
              <a:t>"Accept All"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/>
          <a:p>
            <a:r>
              <a:rPr lang="en-GB" dirty="0"/>
              <a:t>Raise your hand if you've tapped 'Accept All' today without reading a single word.</a:t>
            </a:r>
          </a:p>
          <a:p>
            <a:r>
              <a:rPr lang="en-GB" dirty="0"/>
              <a:t>Was that resignation? Or design?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31D86C-50BC-F5D0-6ACC-80E988DC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852" r="1" b="1"/>
          <a:stretch>
            <a:fillRect/>
          </a:stretch>
        </p:blipFill>
        <p:spPr>
          <a:xfrm>
            <a:off x="6229183" y="1905001"/>
            <a:ext cx="4419600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56BF-023A-139C-A577-6AFDD332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F41979B-94B0-5E53-4CE8-225FF520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GB" b="1" dirty="0"/>
              <a:t>When Dark Patterns Target Women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F0B01BA-6765-B926-7ED7-99E1DE1AE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2247" y="1916832"/>
            <a:ext cx="9414167" cy="41148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AI-Generated Harassment</a:t>
            </a:r>
          </a:p>
          <a:p>
            <a:pPr marL="696912" lvl="1" indent="-457200"/>
            <a:r>
              <a:rPr lang="en-GB" dirty="0"/>
              <a:t>Personal data trains models that produce targeted abuse and non-consensual intimate imagery	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Discriminatory Profiling</a:t>
            </a:r>
          </a:p>
          <a:p>
            <a:pPr marL="696912" lvl="1" indent="-457200"/>
            <a:r>
              <a:rPr lang="en-GB" dirty="0"/>
              <a:t>Opaque data collection enables algorithmic bias in hiring, credit, healthcare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Stalking &amp; Doxxing</a:t>
            </a:r>
          </a:p>
          <a:p>
            <a:pPr marL="696912" lvl="1" indent="-457200"/>
            <a:r>
              <a:rPr lang="en-GB" dirty="0"/>
              <a:t>Location data, behavioural patterns extracted without genuine consent become tools for abuse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 Erosion of Autonomy</a:t>
            </a:r>
          </a:p>
          <a:p>
            <a:pPr marL="696912" lvl="1" indent="-457200"/>
            <a:r>
              <a:rPr lang="en-GB" dirty="0"/>
              <a:t>When "Accept All" is the only option, digital participation becomes coerced participation</a:t>
            </a:r>
          </a:p>
        </p:txBody>
      </p:sp>
    </p:spTree>
    <p:extLst>
      <p:ext uri="{BB962C8B-B14F-4D97-AF65-F5344CB8AC3E}">
        <p14:creationId xmlns:p14="http://schemas.microsoft.com/office/powerpoint/2010/main" val="21039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C579-21C3-7601-85FD-372CFEE7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D631D06-C041-35FC-11A8-CAFC330A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1" y="404664"/>
            <a:ext cx="9144001" cy="829816"/>
          </a:xfrm>
        </p:spPr>
        <p:txBody>
          <a:bodyPr anchor="b">
            <a:normAutofit/>
          </a:bodyPr>
          <a:lstStyle/>
          <a:p>
            <a:r>
              <a:rPr lang="en-GB" b="1" dirty="0"/>
              <a:t>Dark Patterns: The Manipulation Toolkit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35E5A7C-80B8-D066-73F3-6B62B5D2A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5820" y="1484784"/>
            <a:ext cx="10225136" cy="4248472"/>
          </a:xfrm>
        </p:spPr>
        <p:txBody>
          <a:bodyPr>
            <a:normAutofit/>
          </a:bodyPr>
          <a:lstStyle/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r>
              <a:rPr lang="en-GB" dirty="0"/>
              <a:t>Sneaking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Hiding information in fine print or legalese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r>
              <a:rPr lang="en-GB" dirty="0"/>
              <a:t>Urgency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False deadlines, "only 2 left!" pressure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r>
              <a:rPr lang="en-GB" dirty="0"/>
              <a:t>Misdirection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Visual tricks drawing attention away from choices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r>
              <a:rPr lang="en-GB" dirty="0"/>
              <a:t>Social Proof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Fake testimonials, inflated user counts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r>
              <a:rPr lang="en-GB" dirty="0"/>
              <a:t>Obstruction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Making opt-out hard - email support, multi-step processes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r>
              <a:rPr lang="en-GB" dirty="0"/>
              <a:t>Forced Action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"Agree or you can't use the service“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endParaRPr lang="en-GB" dirty="0"/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7588C-5570-72EC-4460-50CBFCA91265}"/>
              </a:ext>
            </a:extLst>
          </p:cNvPr>
          <p:cNvSpPr txBox="1"/>
          <p:nvPr/>
        </p:nvSpPr>
        <p:spPr>
          <a:xfrm>
            <a:off x="1843405" y="5861073"/>
            <a:ext cx="8502012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</a:pPr>
            <a:r>
              <a:rPr lang="en-GB" sz="3600" dirty="0"/>
              <a:t>These aren’t accidents. They’re strategies.</a:t>
            </a:r>
          </a:p>
        </p:txBody>
      </p:sp>
    </p:spTree>
    <p:extLst>
      <p:ext uri="{BB962C8B-B14F-4D97-AF65-F5344CB8AC3E}">
        <p14:creationId xmlns:p14="http://schemas.microsoft.com/office/powerpoint/2010/main" val="84894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GB" sz="3100" b="1" dirty="0"/>
              <a:t>3 x Bright-Pattern Archetypes – Safety-by-design in action</a:t>
            </a:r>
            <a:endParaRPr lang="en-US" sz="31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92D65B-40F5-B497-2411-570EBA3C12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Progressive Consent</a:t>
            </a:r>
          </a:p>
          <a:p>
            <a:pPr lvl="1"/>
            <a:r>
              <a:rPr lang="en-GB" sz="2400" dirty="0"/>
              <a:t>Ask at the moment of need, with clear language and a real choice</a:t>
            </a:r>
          </a:p>
          <a:p>
            <a:pPr lvl="1"/>
            <a:r>
              <a:rPr lang="en-GB" sz="2400" dirty="0"/>
              <a:t>Apple App Tracking Transparency. One-screen prompt, ~25% opt-in rate, no GDPR fines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6C1371-9045-DED9-FB71-D5E23DBAC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61"/>
          <a:stretch>
            <a:fillRect/>
          </a:stretch>
        </p:blipFill>
        <p:spPr>
          <a:xfrm>
            <a:off x="6229183" y="1905001"/>
            <a:ext cx="4419600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7413A-CCAC-2420-549E-EACA71EC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789-EF79-F1C6-1719-82F084CE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GB" sz="3100" b="1" dirty="0"/>
              <a:t>3 x Bright-Pattern Archetypes – Safety-by-design in action</a:t>
            </a:r>
            <a:endParaRPr lang="en-US" sz="3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19D94-BC2A-3660-E7C4-960432D1E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81" y="2360296"/>
            <a:ext cx="4419599" cy="320420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523ADB-074F-9897-0C91-602168E85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GB" b="1" dirty="0"/>
              <a:t>Privacy Nutrition Labels</a:t>
            </a:r>
          </a:p>
          <a:p>
            <a:pPr lvl="1"/>
            <a:r>
              <a:rPr lang="en-GB" sz="2400" dirty="0"/>
              <a:t>Clear, contextual disclosure at the point of interaction</a:t>
            </a:r>
          </a:p>
          <a:p>
            <a:pPr lvl="1"/>
            <a:r>
              <a:rPr lang="en-GB" sz="2400" dirty="0"/>
              <a:t>Adobe Firefly. "Trained on Adobe Stock, openly licensed content"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E3CF8B-061C-81B7-7373-A0E5EBF18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247" y="508893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9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3341-981A-E8BE-F41B-E81B742F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88AA1-C9AF-01A9-05F9-7B8791BF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GB" sz="3100" b="1" dirty="0"/>
              <a:t>3 x Bright-Pattern Archetypes – Safety-by-design in action</a:t>
            </a:r>
            <a:endParaRPr lang="en-US" sz="31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9EA2B8-B423-7556-2C59-4E6821C9D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GB" b="1" dirty="0"/>
              <a:t>Granular Toggle Matrix</a:t>
            </a:r>
          </a:p>
          <a:p>
            <a:pPr lvl="1"/>
            <a:r>
              <a:rPr lang="en-GB" sz="2400" dirty="0"/>
              <a:t>Separate controls for separate purposes; privacy-protective defaults</a:t>
            </a:r>
          </a:p>
          <a:p>
            <a:pPr lvl="1"/>
            <a:r>
              <a:rPr lang="en-GB" sz="2400" dirty="0"/>
              <a:t>GitHub Copilot. Two independent switches: "Share snippets" vs "Allow training“. Default off</a:t>
            </a:r>
          </a:p>
        </p:txBody>
      </p:sp>
      <p:pic>
        <p:nvPicPr>
          <p:cNvPr id="4100" name="Picture 4" descr="Deploy Securely with GitHub Copilot - by Walter Haydock">
            <a:extLst>
              <a:ext uri="{FF2B5EF4-FFF2-40B4-BE49-F238E27FC236}">
                <a16:creationId xmlns:a16="http://schemas.microsoft.com/office/drawing/2014/main" id="{D2F02177-0DD5-A5F9-5B77-B1673D3A1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9183" y="2023301"/>
            <a:ext cx="4419600" cy="387819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57648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4781" y="248817"/>
            <a:ext cx="9144001" cy="915888"/>
          </a:xfrm>
        </p:spPr>
        <p:txBody>
          <a:bodyPr/>
          <a:lstStyle/>
          <a:p>
            <a:r>
              <a:rPr lang="en-GB" b="1" dirty="0"/>
              <a:t>The Five-Question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3595" y="1240905"/>
            <a:ext cx="9161633" cy="58789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Your Monday Morning Checklist: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01565327"/>
              </p:ext>
            </p:extLst>
          </p:nvPr>
        </p:nvGraphicFramePr>
        <p:xfrm>
          <a:off x="621803" y="1988840"/>
          <a:ext cx="10945216" cy="31683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3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Question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7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Just-in-time notice?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users informed at the moment of collection, not buried in a policy?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347">
                <a:tc>
                  <a:txBody>
                    <a:bodyPr/>
                    <a:lstStyle/>
                    <a:p>
                      <a:r>
                        <a:rPr lang="en-US" baseline="0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choice?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users decline without losing core functionality?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77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purpose?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 users understand </a:t>
                      </a:r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why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data is collected and </a:t>
                      </a:r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it will be used?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77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Retention boundaries?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data kept only as long as needed? Can users request deletion?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358310"/>
                  </a:ext>
                </a:extLst>
              </a:tr>
              <a:tr h="42934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Feedback channel?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someone is harmed, is there a process to challenge or report?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0549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3EAE3B-9342-1C9B-E586-E19612553439}"/>
              </a:ext>
            </a:extLst>
          </p:cNvPr>
          <p:cNvSpPr txBox="1"/>
          <p:nvPr/>
        </p:nvSpPr>
        <p:spPr>
          <a:xfrm>
            <a:off x="3029746" y="5617095"/>
            <a:ext cx="609407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</a:pPr>
            <a:r>
              <a:rPr lang="en-GB" sz="3600" dirty="0"/>
              <a:t>One "no" = one gap to address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338A1-87BF-0BFE-8538-7B0A10825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811" y="258440"/>
            <a:ext cx="1971255" cy="184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A4F8-4F4D-8C04-F791-3581C12E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297E868-9CA4-BF8D-B11D-7FCCE8BC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1" y="404664"/>
            <a:ext cx="9144001" cy="829816"/>
          </a:xfrm>
        </p:spPr>
        <p:txBody>
          <a:bodyPr anchor="b">
            <a:normAutofit/>
          </a:bodyPr>
          <a:lstStyle/>
          <a:p>
            <a:r>
              <a:rPr lang="en-GB" b="1" dirty="0"/>
              <a:t>What You Can Do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0163B3-CE49-1C0F-C584-1DF4C921D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5820" y="1484784"/>
            <a:ext cx="10225136" cy="4824536"/>
          </a:xfrm>
        </p:spPr>
        <p:txBody>
          <a:bodyPr>
            <a:normAutofit/>
          </a:bodyPr>
          <a:lstStyle/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r>
              <a:rPr lang="en-GB" b="1" dirty="0"/>
              <a:t>If You Build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Adopt bright-pattern defaults. Progressive consent. Privacy-protective defaults. Test your flows against the five questions.</a:t>
            </a:r>
          </a:p>
          <a:p>
            <a:pPr marL="239712" lvl="1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GB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buFont typeface="+mj-lt"/>
              <a:buAutoNum type="arabicPeriod"/>
              <a:defRPr/>
            </a:pPr>
            <a:r>
              <a:rPr lang="en-GB" b="1" dirty="0"/>
              <a:t>If You Govern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Include "consent integrity" in algorithmic impact assessments. Audit interfaces, not just policies.</a:t>
            </a:r>
          </a:p>
          <a:p>
            <a:pPr marL="239712" lvl="1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GB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buFont typeface="+mj-lt"/>
              <a:buAutoNum type="arabicPeriod"/>
              <a:defRPr/>
            </a:pPr>
            <a:r>
              <a:rPr lang="en-GB" b="1" dirty="0"/>
              <a:t>If You Use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GB" dirty="0"/>
              <a:t>Notice the patterns. Ask questions. Demand better - as users, as employees, as citizens.</a:t>
            </a:r>
          </a:p>
          <a:p>
            <a:pPr marL="239712" lvl="1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GB" dirty="0"/>
          </a:p>
          <a:p>
            <a:pPr marL="239712" lvl="1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GB" dirty="0"/>
              <a:t>Ethical </a:t>
            </a:r>
            <a:r>
              <a:rPr lang="en-GB" dirty="0" err="1"/>
              <a:t>UX</a:t>
            </a:r>
            <a:r>
              <a:rPr lang="en-GB" dirty="0"/>
              <a:t> isn't charity. It's safety-by-design.</a:t>
            </a:r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endParaRPr lang="en-GB" dirty="0"/>
          </a:p>
          <a:p>
            <a:pPr marL="696912" lvl="1" indent="-457200">
              <a:lnSpc>
                <a:spcPct val="100000"/>
              </a:lnSpc>
              <a:spcBef>
                <a:spcPts val="0"/>
              </a:spcBef>
              <a:buClrTx/>
              <a:buSzTx/>
              <a:buAutoNum type="arabicPeriod"/>
              <a:defRPr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92796-1A9C-B72C-EE97-A800C0859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788" y="4815159"/>
            <a:ext cx="2354662" cy="18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0F7C06-11C6-55EE-6C66-BB40CB014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Thank you - Questions?</a:t>
            </a:r>
            <a:br>
              <a:rPr lang="en-GB" sz="6000" dirty="0"/>
            </a:br>
            <a:br>
              <a:rPr lang="en-GB" sz="6000" dirty="0"/>
            </a:br>
            <a:endParaRPr lang="en-GB" sz="6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3A6DDA-6F0D-2C94-711E-2F8BB11EF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Mumtaz Kynaston-Pearson</a:t>
            </a:r>
          </a:p>
          <a:p>
            <a:r>
              <a:rPr lang="en-GB" dirty="0"/>
              <a:t>LinkedIn: /in/</a:t>
            </a:r>
            <a:r>
              <a:rPr lang="en-GB" dirty="0" err="1"/>
              <a:t>mumtaz-kynaston-pearson-6524b453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299</TotalTime>
  <Words>1441</Words>
  <Application>Microsoft Office PowerPoint</Application>
  <PresentationFormat>Custom</PresentationFormat>
  <Paragraphs>178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Digital Blue Tunnel 16x9</vt:lpstr>
      <vt:lpstr>Designing Digital Autonomy From Dark Patterns to Safety-by-Design in AI Data Collection</vt:lpstr>
      <vt:lpstr>"Accept All"</vt:lpstr>
      <vt:lpstr>When Dark Patterns Target Women</vt:lpstr>
      <vt:lpstr>Dark Patterns: The Manipulation Toolkit</vt:lpstr>
      <vt:lpstr>3 x Bright-Pattern Archetypes – Safety-by-design in action</vt:lpstr>
      <vt:lpstr>3 x Bright-Pattern Archetypes – Safety-by-design in action</vt:lpstr>
      <vt:lpstr>3 x Bright-Pattern Archetypes – Safety-by-design in action</vt:lpstr>
      <vt:lpstr>The Five-Question Audit</vt:lpstr>
      <vt:lpstr>What You Can Do</vt:lpstr>
      <vt:lpstr>Thank you - Questions?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Mumtaz Kynaston-Pearson</dc:creator>
  <cp:lastModifiedBy>Mumtaz Kynaston-Pearson</cp:lastModifiedBy>
  <cp:revision>1</cp:revision>
  <dcterms:created xsi:type="dcterms:W3CDTF">2026-03-05T11:06:12Z</dcterms:created>
  <dcterms:modified xsi:type="dcterms:W3CDTF">2026-03-06T05:33:00Z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